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webm" ContentType="video/webm"/>
  <Override PartName="/ppt/media/media2.wav" ContentType="audio/wav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webm"/><Relationship Id="rId3" Type="http://schemas.openxmlformats.org/officeDocument/2006/relationships/video" Target="../media/media1.webm"/><Relationship Id="rId4" Type="http://schemas.openxmlformats.org/officeDocument/2006/relationships/image" Target="../media/image1.png"/><Relationship Id="rId5" Type="http://schemas.microsoft.com/office/2007/relationships/media" Target="../media/media2.wav"/><Relationship Id="rId6" Type="http://schemas.openxmlformats.org/officeDocument/2006/relationships/audio" Target="../media/media2.wav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Relationship Id="rId3" Type="http://schemas.openxmlformats.org/officeDocument/2006/relationships/hyperlink" Target="https://example.com/pptx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ro-单击动画"/>
          <p:cNvSpPr/>
          <p:nvPr/>
        </p:nvSpPr>
        <p:spPr>
          <a:xfrm>
            <a:off x="914400" y="1371600"/>
            <a:ext cx="2926080" cy="19202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-单击动画"/>
          <p:cNvSpPr txBox="1"/>
          <p:nvPr/>
        </p:nvSpPr>
        <p:spPr>
          <a:xfrm>
            <a:off x="914400" y="4114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单击动画</a:t>
            </a:r>
          </a:p>
        </p:txBody>
      </p:sp>
      <p:sp>
        <p:nvSpPr>
          <p:cNvPr id="4" name="trigger-单击动画"/>
          <p:cNvSpPr/>
          <p:nvPr/>
        </p:nvSpPr>
        <p:spPr>
          <a:xfrm>
            <a:off x="6858000" y="4389120"/>
            <a:ext cx="914400" cy="914400"/>
          </a:xfrm>
          <a:prstGeom prst="ellipse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nodeType="afterEffect" fill="hold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5" dur="70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6">
                      <p:stCondLst>
                        <p:cond evt="onClick" delay="0">
                          <p:tgtEl>
                            <p:spTgt spid="4"/>
                          </p:tgtEl>
                        </p:cond>
                      </p:stCondLst>
                      <p:childTnLst>
                        <p:par>
                          <p:cTn id="7" presetID="10" presetClass="entr" nodeType="withEffect" fill="hold">
                            <p:childTnLst>
                              <p:animEffect transition="in" filter="fade">
                                <p:cBhvr>
                                  <p:cTn id="8" dur="50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ro-淡化切换"/>
          <p:cNvSpPr/>
          <p:nvPr/>
        </p:nvSpPr>
        <p:spPr>
          <a:xfrm>
            <a:off x="914400" y="1371600"/>
            <a:ext cx="2926080" cy="192024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-淡化切换"/>
          <p:cNvSpPr txBox="1"/>
          <p:nvPr/>
        </p:nvSpPr>
        <p:spPr>
          <a:xfrm>
            <a:off x="914400" y="4114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淡化切换</a:t>
            </a:r>
          </a:p>
        </p:txBody>
      </p:sp>
      <p:sp>
        <p:nvSpPr>
          <p:cNvPr id="4" name="trigger-淡化切换"/>
          <p:cNvSpPr/>
          <p:nvPr/>
        </p:nvSpPr>
        <p:spPr>
          <a:xfrm>
            <a:off x="6858000" y="4389120"/>
            <a:ext cx="914400" cy="914400"/>
          </a:xfrm>
          <a:prstGeom prst="ellipse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dur="650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ro-推进切换"/>
          <p:cNvSpPr/>
          <p:nvPr/>
        </p:nvSpPr>
        <p:spPr>
          <a:xfrm>
            <a:off x="914400" y="1371600"/>
            <a:ext cx="2926080" cy="192024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-推进切换"/>
          <p:cNvSpPr txBox="1"/>
          <p:nvPr/>
        </p:nvSpPr>
        <p:spPr>
          <a:xfrm>
            <a:off x="914400" y="4114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推进切换</a:t>
            </a:r>
          </a:p>
        </p:txBody>
      </p:sp>
      <p:sp>
        <p:nvSpPr>
          <p:cNvPr id="4" name="trigger-推进切换"/>
          <p:cNvSpPr/>
          <p:nvPr/>
        </p:nvSpPr>
        <p:spPr>
          <a:xfrm>
            <a:off x="6858000" y="4389120"/>
            <a:ext cx="914400" cy="914400"/>
          </a:xfrm>
          <a:prstGeom prst="ellipse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dur="700" advClick="1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"/>
          <p:cNvSpPr/>
          <p:nvPr/>
        </p:nvSpPr>
        <p:spPr>
          <a:xfrm>
            <a:off x="914400" y="1371600"/>
            <a:ext cx="2926080" cy="1920240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-擦除与自动换页"/>
          <p:cNvSpPr txBox="1"/>
          <p:nvPr/>
        </p:nvSpPr>
        <p:spPr>
          <a:xfrm>
            <a:off x="914400" y="4114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擦除与自动换页</a:t>
            </a:r>
          </a:p>
        </p:txBody>
      </p:sp>
      <p:sp>
        <p:nvSpPr>
          <p:cNvPr id="4" name="trigger-擦除与自动换页"/>
          <p:cNvSpPr/>
          <p:nvPr/>
        </p:nvSpPr>
        <p:spPr>
          <a:xfrm>
            <a:off x="6858000" y="4389120"/>
            <a:ext cx="914400" cy="914400"/>
          </a:xfrm>
          <a:prstGeom prst="ellipse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dur="750" advClick="1" advTm="900">
    <p:wipe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hero"/>
          <p:cNvSpPr/>
          <p:nvPr/>
        </p:nvSpPr>
        <p:spPr>
          <a:xfrm>
            <a:off x="914400" y="1371600"/>
            <a:ext cx="2926080" cy="19202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-Morph 强身份"/>
          <p:cNvSpPr txBox="1"/>
          <p:nvPr/>
        </p:nvSpPr>
        <p:spPr>
          <a:xfrm>
            <a:off x="914400" y="4114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Morph 强身份</a:t>
            </a:r>
          </a:p>
        </p:txBody>
      </p:sp>
      <p:sp>
        <p:nvSpPr>
          <p:cNvPr id="4" name="trigger-Morph 强身份"/>
          <p:cNvSpPr/>
          <p:nvPr/>
        </p:nvSpPr>
        <p:spPr>
          <a:xfrm>
            <a:off x="6858000" y="4389120"/>
            <a:ext cx="914400" cy="914400"/>
          </a:xfrm>
          <a:prstGeom prst="ellipse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 xmlns:p14="http://schemas.microsoft.com/office/powerpoint/2010/main">
    <mc:Choice Requires="p159">
      <p:transition advClick="1" p14:dur="800">
        <p159:morph option="byObject"/>
      </p:transition>
    </mc:Choice>
    <mc:Fallback>
      <p:transition advClick="1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ro-媒体与书签"/>
          <p:cNvSpPr/>
          <p:nvPr/>
        </p:nvSpPr>
        <p:spPr>
          <a:xfrm>
            <a:off x="914400" y="1371600"/>
            <a:ext cx="2926080" cy="1920240"/>
          </a:xfrm>
          <a:prstGeom prst="round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-媒体与书签"/>
          <p:cNvSpPr txBox="1"/>
          <p:nvPr/>
        </p:nvSpPr>
        <p:spPr>
          <a:xfrm>
            <a:off x="914400" y="4114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媒体与书签</a:t>
            </a:r>
          </a:p>
        </p:txBody>
      </p:sp>
      <p:sp>
        <p:nvSpPr>
          <p:cNvPr id="4" name="trigger-媒体与书签"/>
          <p:cNvSpPr/>
          <p:nvPr/>
        </p:nvSpPr>
        <p:spPr>
          <a:xfrm>
            <a:off x="6858000" y="4389120"/>
            <a:ext cx="914400" cy="914400"/>
          </a:xfrm>
          <a:prstGeom prst="ellipse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media-vide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>
                  <p14:trim st="100" end="1100"/>
                  <p14:bmkLst>
                    <p14:bmk name="middle" time="500"/>
                  </p14:bmkLst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389120" y="1371600"/>
            <a:ext cx="3657600" cy="2057400"/>
          </a:xfrm>
          <a:prstGeom prst="rect">
            <a:avLst/>
          </a:prstGeom>
        </p:spPr>
      </p:pic>
      <p:pic>
        <p:nvPicPr>
          <p:cNvPr id="6" name="media-audio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138160" y="4114800"/>
            <a:ext cx="457200" cy="457200"/>
          </a:xfrm>
          <a:prstGeom prst="rect">
            <a:avLst/>
          </a:prstGeom>
        </p:spPr>
      </p:pic>
    </p:spTree>
  </p:cSld>
  <p:clrMapOvr>
    <a:masterClrMapping/>
  </p:clrMapOvr>
  <p:timing xmlns:p14="http://schemas.microsoft.com/office/powerpoint/2010/main">
    <p:tnLst>
      <p:par>
        <p:cTn id="1" dur="indefinite" restart="never" nodeType="tmRoot">
          <p:childTnLst>
            <p:par>
              <p:cTn id="2" presetClass="mediacall" nodeType="withEffect" fill="hold">
                <p:childTnLst>
                  <p:cmd type="call" cmd="play">
                    <p:cBhvr>
                      <p:cTn id="3" dur="1"/>
                      <p:tgtEl>
                        <p:spTgt spid="5"/>
                      </p:tgtEl>
                    </p:cBhvr>
                  </p:cmd>
                </p:childTnLst>
              </p:cTn>
            </p:par>
            <p:par>
              <p:cTn id="4">
                <p:stCondLst>
                  <p:cond evt="onMediaBookmark" delay="0">
                    <p:tgtEl>
                      <p14:bmkTgt spid="5" bmkName="middle"/>
                    </p:tgtEl>
                  </p:cond>
                </p:stCondLst>
                <p:childTnLst>
                  <p:par>
                    <p:cTn id="5" presetID="10" presetClass="entr" nodeType="withEffect" fill="hold">
                      <p:childTnLst>
                        <p:animEffect transition="in" filter="fade">
                          <p:cBhvr>
                            <p:cTn id="6" dur="300"/>
                            <p:tgtEl>
                              <p:spTgt spid="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video>
              <p:cMediaNode vol="70000">
                <p:cTn id="7" dur="indefinite" repeatCount="indefinite"/>
                <p:tgtEl>
                  <p:spTgt spid="5"/>
                </p:tgtEl>
              </p:cMediaNode>
            </p:video>
            <p:par>
              <p:cTn id="8" presetClass="mediacall" nodeType="withEffect" fill="hold">
                <p:childTnLst>
                  <p:cmd type="call" cmd="play">
                    <p:cBhvr>
                      <p:cTn id="9" dur="1"/>
                      <p:tgtEl>
                        <p:spTgt spid="6"/>
                      </p:tgtEl>
                    </p:cBhvr>
                  </p:cmd>
                </p:childTnLst>
              </p:cTn>
            </p:par>
            <p:audio>
              <p:cMediaNode vol="40000">
                <p:cTn id="10" dur="indefinite"/>
                <p:tgtEl>
                  <p:spTgt spid="6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ro-重复、往返与强调"/>
          <p:cNvSpPr/>
          <p:nvPr/>
        </p:nvSpPr>
        <p:spPr>
          <a:xfrm>
            <a:off x="914400" y="1371600"/>
            <a:ext cx="2926080" cy="1920240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-重复、往返与强调"/>
          <p:cNvSpPr txBox="1"/>
          <p:nvPr/>
        </p:nvSpPr>
        <p:spPr>
          <a:xfrm>
            <a:off x="914400" y="4114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重复、往返与强调</a:t>
            </a:r>
          </a:p>
        </p:txBody>
      </p:sp>
      <p:sp>
        <p:nvSpPr>
          <p:cNvPr id="4" name="trigger-重复、往返与强调"/>
          <p:cNvSpPr/>
          <p:nvPr/>
        </p:nvSpPr>
        <p:spPr>
          <a:xfrm>
            <a:off x="6858000" y="4389120"/>
            <a:ext cx="914400" cy="914400"/>
          </a:xfrm>
          <a:prstGeom prst="ellipse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presetClass="emph" nodeType="withEffect" repeatCount="2000" autoRev="1" fill="hold">
                <p:childTnLst>
                  <p:animScale>
                    <p:cBhvr>
                      <p:cTn id="3" dur="500"/>
                      <p:tgtEl>
                        <p:spTgt spid="2"/>
                      </p:tgtEl>
                    </p:cBhvr>
                    <p:by x="120000" y="120000"/>
                  </p:animScale>
                </p:childTnLst>
              </p:cTn>
            </p:par>
            <p:par>
              <p:cTn id="4" presetClass="path" nodeType="withEffect" fill="hold">
                <p:childTnLst>
                  <p:animMotion path="M 0 0 L 0.25 -0.1 E">
                    <p:cBhvr>
                      <p:cTn id="5" dur="600"/>
                      <p:tgtEl>
                        <p:spTgt spid="4"/>
                      </p:tgtEl>
                    </p:cBhvr>
                  </p:animMotion>
                </p:childTnLst>
              </p:cTn>
            </p:par>
            <p:par>
              <p:cTn id="6" presetClass="emph" nodeType="withEffect" autoRev="1" fill="hold">
                <p:childTnLst>
                  <p:anim>
                    <p:cBhvr>
                      <p:cTn id="7" dur="800"/>
                      <p:tgtEl>
                        <p:spTgt spid="3"/>
                      </p:tgtEl>
                      <p:attrNameLst>
                        <p:attrName>style.opacity</p:attrName>
                      </p:attrNameLst>
                    </p:cBhvr>
                    <p:tavLst>
                      <p:tav tm="0">
                        <p:val>
                          <p:fltVal val="100000"/>
                        </p:val>
                      </p:tav>
                      <p:tav tm="100000">
                        <p:val>
                          <p:fltVal val="30000"/>
                        </p:val>
                      </p:tav>
                    </p:tavLst>
                  </p:anim>
                </p:childTnLst>
              </p:cTn>
            </p:par>
            <p:par>
              <p:cTn id="8" presetClass="emph" nodeType="withEffect" fill="hold">
                <p:childTnLst>
                  <p:animRot by="2700000">
                    <p:cBhvr>
                      <p:cTn id="9" dur="600"/>
                      <p:tgtEl>
                        <p:spTgt spid="4"/>
                      </p:tgtEl>
                    </p:cBhvr>
                  </p:animRot>
                </p:childTnLst>
              </p:cTn>
            </p:par>
            <p:par>
              <p:cTn id="10" presetID="22" presetClass="entr" nodeType="withEffect" fill="hold">
                <p:childTnLst>
                  <p:animEffect transition="in" filter="wipe(right)">
                    <p:cBhvr>
                      <p:cTn id="11" dur="600"/>
                      <p:tgtEl>
                        <p:spTgt spid="3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ro-无限重复与停止"/>
          <p:cNvSpPr/>
          <p:nvPr/>
        </p:nvSpPr>
        <p:spPr>
          <a:xfrm>
            <a:off x="914400" y="1371600"/>
            <a:ext cx="2926080" cy="1920240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-无限重复与停止"/>
          <p:cNvSpPr txBox="1"/>
          <p:nvPr/>
        </p:nvSpPr>
        <p:spPr>
          <a:xfrm>
            <a:off x="914400" y="4114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无限重复与停止</a:t>
            </a:r>
          </a:p>
        </p:txBody>
      </p:sp>
      <p:sp>
        <p:nvSpPr>
          <p:cNvPr id="4" name="trigger-无限重复与停止"/>
          <p:cNvSpPr/>
          <p:nvPr/>
        </p:nvSpPr>
        <p:spPr>
          <a:xfrm>
            <a:off x="6858000" y="4389120"/>
            <a:ext cx="914400" cy="914400"/>
          </a:xfrm>
          <a:prstGeom prst="ellipse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dur="0" advClick="1" advTm="500">
    <p:cut/>
  </p:transition>
  <p:timing>
    <p:tnLst>
      <p:par>
        <p:cTn id="1" dur="indefinite" restart="never" nodeType="tmRoot">
          <p:childTnLst>
            <p:par>
              <p:cTn id="2" presetClass="emph" nodeType="withEffect" repeatCount="indefinite" autoRev="1" fill="hold">
                <p:childTnLst>
                  <p:animScale>
                    <p:cBhvr>
                      <p:cTn id="3" dur="300"/>
                      <p:tgtEl>
                        <p:spTgt spid="2"/>
                      </p:tgtEl>
                    </p:cBhvr>
                    <p:by x="130000" y="130000"/>
                  </p:animScale>
                </p:childTnLst>
              </p:cTn>
            </p:par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ro-无限重复之后"/>
          <p:cNvSpPr/>
          <p:nvPr/>
        </p:nvSpPr>
        <p:spPr>
          <a:xfrm>
            <a:off x="914400" y="1371600"/>
            <a:ext cx="2926080" cy="192024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-无限重复之后"/>
          <p:cNvSpPr txBox="1"/>
          <p:nvPr/>
        </p:nvSpPr>
        <p:spPr>
          <a:xfrm>
            <a:off x="914400" y="4114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无限重复之后</a:t>
            </a:r>
          </a:p>
        </p:txBody>
      </p:sp>
      <p:sp>
        <p:nvSpPr>
          <p:cNvPr id="4" name="trigger-无限重复之后"/>
          <p:cNvSpPr/>
          <p:nvPr/>
        </p:nvSpPr>
        <p:spPr>
          <a:xfrm>
            <a:off x="6858000" y="4389120"/>
            <a:ext cx="914400" cy="914400"/>
          </a:xfrm>
          <a:prstGeom prst="ellipse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ro-隐藏页之后">
            <a:hlinkClick action="ppaction://hlinksldjump" r:id="rId2"/>
          </p:cNvPr>
          <p:cNvSpPr/>
          <p:nvPr/>
        </p:nvSpPr>
        <p:spPr>
          <a:xfrm>
            <a:off x="914400" y="1371600"/>
            <a:ext cx="2926080" cy="1920240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-隐藏页之后"/>
          <p:cNvSpPr txBox="1"/>
          <p:nvPr/>
        </p:nvSpPr>
        <p:spPr>
          <a:xfrm>
            <a:off x="914400" y="4114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隐藏页之后</a:t>
            </a:r>
          </a:p>
        </p:txBody>
      </p:sp>
      <p:sp>
        <p:nvSpPr>
          <p:cNvPr id="4" name="trigger-隐藏页之后">
            <a:hlinkClick r:id="rId3"/>
          </p:cNvPr>
          <p:cNvSpPr/>
          <p:nvPr/>
        </p:nvSpPr>
        <p:spPr>
          <a:xfrm>
            <a:off x="6858000" y="4389120"/>
            <a:ext cx="914400" cy="914400"/>
          </a:xfrm>
          <a:prstGeom prst="ellipse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ro-同属性冲突"/>
          <p:cNvSpPr/>
          <p:nvPr/>
        </p:nvSpPr>
        <p:spPr>
          <a:xfrm>
            <a:off x="914400" y="1371600"/>
            <a:ext cx="2926080" cy="1920240"/>
          </a:xfrm>
          <a:prstGeom prst="roundRect">
            <a:avLst/>
          </a:prstGeom>
          <a:solidFill>
            <a:srgbClr val="7E2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-同属性冲突"/>
          <p:cNvSpPr txBox="1"/>
          <p:nvPr/>
        </p:nvSpPr>
        <p:spPr>
          <a:xfrm>
            <a:off x="914400" y="4114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同属性冲突</a:t>
            </a:r>
          </a:p>
        </p:txBody>
      </p:sp>
      <p:sp>
        <p:nvSpPr>
          <p:cNvPr id="4" name="trigger-同属性冲突"/>
          <p:cNvSpPr/>
          <p:nvPr/>
        </p:nvSpPr>
        <p:spPr>
          <a:xfrm>
            <a:off x="6858000" y="4389120"/>
            <a:ext cx="914400" cy="914400"/>
          </a:xfrm>
          <a:prstGeom prst="ellipse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presetID="10" presetClass="entr" nodeType="withEffect" fill="hold">
                <p:childTnLst>
                  <p:animEffect transition="in" filter="fade">
                    <p:cBhvr>
                      <p:cTn id="3" dur="500"/>
                      <p:tgtEl>
                        <p:spTgt spid="2"/>
                      </p:tgtEl>
                    </p:cBhvr>
                  </p:animEffect>
                </p:childTnLst>
              </p:cTn>
            </p:par>
            <p:par>
              <p:cTn id="4" presetID="10" presetClass="exit" nodeType="withEffect" fill="hold">
                <p:childTnLst>
                  <p:animEffect transition="out" filter="fade">
                    <p:cBhvr>
                      <p:cTn id="5" dur="500"/>
                      <p:tgtEl>
                        <p:spTgt spid="2"/>
                      </p:tgtEl>
                    </p:cBhvr>
                  </p:animEffect>
                </p:childTnLst>
              </p:cTn>
            </p:par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ro-文字逐段"/>
          <p:cNvSpPr/>
          <p:nvPr/>
        </p:nvSpPr>
        <p:spPr>
          <a:xfrm>
            <a:off x="914400" y="1371600"/>
            <a:ext cx="2926080" cy="1920240"/>
          </a:xfrm>
          <a:prstGeom prst="roundRect">
            <a:avLst/>
          </a:prstGeom>
          <a:solidFill>
            <a:srgbClr val="036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-文字逐段"/>
          <p:cNvSpPr txBox="1"/>
          <p:nvPr/>
        </p:nvSpPr>
        <p:spPr>
          <a:xfrm>
            <a:off x="914400" y="41148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第一段</a:t>
            </a:r>
          </a:p>
          <a:p>
            <a:r>
              <a:t>第二段</a:t>
            </a:r>
          </a:p>
          <a:p>
            <a:r>
              <a:t>第三段</a:t>
            </a:r>
          </a:p>
        </p:txBody>
      </p:sp>
      <p:sp>
        <p:nvSpPr>
          <p:cNvPr id="4" name="trigger-文字逐段"/>
          <p:cNvSpPr/>
          <p:nvPr/>
        </p:nvSpPr>
        <p:spPr>
          <a:xfrm>
            <a:off x="6858000" y="4389120"/>
            <a:ext cx="914400" cy="914400"/>
          </a:xfrm>
          <a:prstGeom prst="ellipse">
            <a:avLst/>
          </a:prstGeom>
          <a:solidFill>
            <a:srgbClr val="0F172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par>
              <p:cTn id="2" nodeType="clickEffect">
                <p:childTnLst>
                  <p:par>
                    <p:cTn id="3" presetID="10" presetClass="entr" nodeType="withEffect" fill="hold">
                      <p:childTnLst>
                        <p:animEffect transition="in" filter="fade">
                          <p:cBhvr>
                            <p:cTn id="4" dur="300"/>
                            <p:tgtEl>
                              <p:spTgt spid="3">
                                <p:txEl>
                                  <p:pRg st="0" end="0"/>
                                </p:txEl>
                              </p:spTgt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id="5" nodeType="clickEffect">
                <p:childTnLst>
                  <p:par>
                    <p:cTn id="6" presetID="10" presetClass="entr" nodeType="withEffect" fill="hold">
                      <p:childTnLst>
                        <p:animEffect transition="in" filter="fade">
                          <p:cBhvr>
                            <p:cTn id="7" dur="300"/>
                            <p:tgtEl>
                              <p:spTgt spid="3">
                                <p:txEl>
                                  <p:pRg st="1" end="1"/>
                                </p:txEl>
                              </p:spTgt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id="8" nodeType="clickEffect">
                <p:childTnLst>
                  <p:par>
                    <p:cTn id="9" presetID="10" presetClass="entr" nodeType="withEffect" fill="hold">
                      <p:childTnLst>
                        <p:animEffect transition="in" filter="fade">
                          <p:cBhvr>
                            <p:cTn id="10" dur="300"/>
                            <p:tgtEl>
                              <p:spTgt spid="3">
                                <p:txEl>
                                  <p:pRg st="2" end="2"/>
                                </p:txEl>
                              </p:spTgt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