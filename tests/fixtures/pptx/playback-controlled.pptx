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ebm" ContentType="video/webm"/>
  <Override PartName="/ppt/media/media2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ebm"/><Relationship Id="rId3" Type="http://schemas.openxmlformats.org/officeDocument/2006/relationships/video" Target="../media/media1.webm"/><Relationship Id="rId4" Type="http://schemas.openxmlformats.org/officeDocument/2006/relationships/image" Target="../media/image1.png"/><Relationship Id="rId5" Type="http://schemas.microsoft.com/office/2007/relationships/media" Target="../media/media2.wav"/><Relationship Id="rId6" Type="http://schemas.openxmlformats.org/officeDocument/2006/relationships/audio" Target="../media/media2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Relationship Id="rId3" Type="http://schemas.openxmlformats.org/officeDocument/2006/relationships/hyperlink" Target="https://example.com/pptx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nodeType="withEffect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nodeType="withEffect" fill="hold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650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700" advClick="1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750" advClick="1" advTm="900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p14:dur="800">
        <p159:morph option="byObject"/>
      </p:transition>
    </mc:Choice>
    <mc:Fallback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par>
              <p:cTn id="2" presetClass="mediacall" nodeType="withEffect" fill="hold">
                <p:childTnLst>
                  <p:cmd type="call" cmd="play">
                    <p:cBhvr>
                      <p:cTn id="3" dur="1"/>
                      <p:tgtEl>
                        <p:spTgt spid="5"/>
                      </p:tgtEl>
                    </p:cBhvr>
                  </p:cmd>
                </p:childTnLst>
              </p:cTn>
            </p:par>
            <p:par>
              <p:cTn id="4">
                <p:stCondLst>
                  <p:cond evt="onMediaBookmark" delay="0">
                    <p:tgtEl>
                      <p14:bmkTgt spid="5" bmkName="middle"/>
                    </p:tgtEl>
                  </p:cond>
                </p:stCondLst>
                <p:childTnLst>
                  <p:par>
                    <p:cTn id="5" presetID="10" presetClass="entr" nodeType="withEffect" fill="hold">
                      <p:childTnLst>
                        <p:animEffect transition="in" filter="fade">
                          <p:cBhvr>
                            <p:cTn id="6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video>
              <p:cMediaNode vol="70000">
                <p:cTn id="7" dur="indefinite" repeatCount="indefinite"/>
                <p:tgtEl>
                  <p:spTgt spid="5"/>
                </p:tgtEl>
              </p:cMediaNode>
            </p:video>
            <p:par>
              <p:cTn id="8" presetClass="mediacall" nodeType="withEffect" fill="hold">
                <p:childTnLst>
                  <p:cmd type="call" cmd="play">
                    <p:cBhvr>
                      <p:cTn id="9" dur="1"/>
                      <p:tgtEl>
                        <p:spTgt spid="6"/>
                      </p:tgtEl>
                    </p:cBhvr>
                  </p:cmd>
                </p:childTnLst>
              </p:cTn>
            </p:par>
            <p:audio>
              <p:cMediaNode vol="40000">
                <p:cTn id="10" dur="indefinite"/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nodeType="withEffect" repeatCount="2000" autoRev="1" fill="hold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nodeType="withEffect" fill="hold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nodeType="withEffect" autoRev="1" fill="hold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nodeType="withEffect" fill="hold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nodeType="withEffect" fill="hold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dur="0" advClick="1" advTm="500">
    <p:cut/>
  </p:transition>
  <p:timing>
    <p:tnLst>
      <p:par>
        <p:cTn id="1" dur="indefinite" restart="never" nodeType="tmRoot">
          <p:childTnLst>
            <p:par>
              <p:cTn id="2" presetClass="emph" nodeType="withEffect" repeatCount="indefinite" autoRev="1" fill="hold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隐藏页之后">
            <a:hlinkClick action="ppaction://hlinksldjump" r:id="rId2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nodeType="withEffect" fill="hold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nodeType="withEffect" fill="hold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nodeType="withEffect" fill="hold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nodeType="withEffect" fill="hold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nodeType="withEffect" fill="hold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