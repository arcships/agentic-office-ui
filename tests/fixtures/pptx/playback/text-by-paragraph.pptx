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pptx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fill="hold" nodeType="withEffect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9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p14="http://schemas.microsoft.com/office/powerpoint/2010/main" xmlns=""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 evt="onMediaBookmark" delay="0">
                        <p:tgtEl>
                          <p14:bmkTgt spid="5" bmkName="middle"/>
                        </p:tgtEl>
                      </p:cond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/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repeatCount="2000" autoRev="1" fill="hold" nodeType="withEffect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fill="hold" nodeType="withEffect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autoRev="1" fill="hold" nodeType="withEffect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fill="hold" nodeType="withEffect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fill="hold" nodeType="withEffect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500">
    <p:cut/>
  </p:transition>
  <p:timing>
    <p:tnLst>
      <p:par>
        <p:cTn id="1" dur="indefinite" restart="never" nodeType="tmRoot">
          <p:childTnLst>
            <p:par>
              <p:cTn id="2" presetClass="emph" repeatCount="indefinite" autoRev="1" fill="hold" nodeType="withEffect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隐藏页之后">
            <a:hlinkClick r:id="rId2" action="ppaction://hlinksldjump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fill="hold" nodeType="withEffect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fill="hold" nodeType="withEffect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fill="hold" nodeType="withEffect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fill="hold" nodeType="withEffect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fill="hold" nodeType="withEffect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全屏显示(16:9)</PresentationFormat>
  <Paragraphs>14</Paragraphs>
  <Slides>12</Slides>
  <Notes>0</Notes>
  <HiddenSlides>1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eric</cp:lastModifiedBy>
  <cp:revision>1</cp:revision>
  <dcterms:created xsi:type="dcterms:W3CDTF">2013-01-27T09:14:16Z</dcterms:created>
  <dcterms:modified xsi:type="dcterms:W3CDTF">2026-07-11T13:26:34Z</dcterms:modified>
  <cp:category/>
</cp:coreProperties>
</file>