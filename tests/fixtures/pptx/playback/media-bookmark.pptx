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microsoft.com/office/2007/relationships/media" Target="../media/media1.webm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pptx" TargetMode="Externa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单击动画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单击动画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单击动画</a:t>
            </a:r>
          </a:p>
        </p:txBody>
      </p:sp>
      <p:sp>
        <p:nvSpPr>
          <p:cNvPr id="4" name="trigger-单击动画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>
                      <p:childTnLst>
                        <p:par>
                          <p:cTn id="4" presetID="10" presetClass="entr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>
                      <p:stCondLst>
                        <p:cond evt="onClick" delay="0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7" presetID="10" presetClass="entr" fill="hold" nodeType="withEffect">
                            <p:childTnLst>
                              <p:animEffect transition="in" filter="fade">
                                <p:cBhvr>
                                  <p:cTn id="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淡化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淡化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淡化切换</a:t>
            </a:r>
          </a:p>
        </p:txBody>
      </p:sp>
      <p:sp>
        <p:nvSpPr>
          <p:cNvPr id="4" name="trigger-淡化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推进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推进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推进切换</a:t>
            </a:r>
          </a:p>
        </p:txBody>
      </p:sp>
      <p:sp>
        <p:nvSpPr>
          <p:cNvPr id="4" name="trigger-推进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擦除与自动换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擦除与自动换页</a:t>
            </a:r>
          </a:p>
        </p:txBody>
      </p:sp>
      <p:sp>
        <p:nvSpPr>
          <p:cNvPr id="4" name="trigger-擦除与自动换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90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Morph 强身份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Morph 强身份</a:t>
            </a:r>
          </a:p>
        </p:txBody>
      </p:sp>
      <p:sp>
        <p:nvSpPr>
          <p:cNvPr id="4" name="trigger-Morph 强身份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:p14="http://schemas.microsoft.com/office/powerpoint/2010/main" xmlns=""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媒体与书签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媒体与书签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媒体与书签</a:t>
            </a:r>
          </a:p>
        </p:txBody>
      </p:sp>
      <p:sp>
        <p:nvSpPr>
          <p:cNvPr id="4" name="trigger-媒体与书签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media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00" end="1100"/>
                  <p14:bmkLst>
                    <p14:bmk name="middle" time="500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89120" y="1371600"/>
            <a:ext cx="3657600" cy="2057400"/>
          </a:xfrm>
          <a:prstGeom prst="rect">
            <a:avLst/>
          </a:prstGeom>
        </p:spPr>
      </p:pic>
      <p:pic>
        <p:nvPicPr>
          <p:cNvPr id="6" name="media-audio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38160" y="41148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 evt="onMediaBookmark" delay="0">
                        <p:tgtEl>
                          <p14:bmkTgt spid="5" bmkName="middle"/>
                        </p:tgtEl>
                      </p:cond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/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重复、往返与强调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重复、往返与强调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重复、往返与强调</a:t>
            </a:r>
          </a:p>
        </p:txBody>
      </p:sp>
      <p:sp>
        <p:nvSpPr>
          <p:cNvPr id="4" name="trigger-重复、往返与强调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Class="emph" repeatCount="2000" autoRev="1" fill="hold" nodeType="withEffect">
                <p:childTnLst>
                  <p:animScale>
                    <p:cBhvr>
                      <p:cTn id="3" dur="500"/>
                      <p:tgtEl>
                        <p:spTgt spid="2"/>
                      </p:tgtEl>
                    </p:cBhvr>
                    <p:by x="120000" y="120000"/>
                  </p:animScale>
                </p:childTnLst>
              </p:cTn>
            </p:par>
            <p:par>
              <p:cTn id="4" presetClass="path" fill="hold" nodeType="withEffect">
                <p:childTnLst>
                  <p:animMotion path="M 0 0 L 0.25 -0.1 E">
                    <p:cBhvr>
                      <p:cTn id="5" dur="600"/>
                      <p:tgtEl>
                        <p:spTgt spid="4"/>
                      </p:tgtEl>
                    </p:cBhvr>
                  </p:animMotion>
                </p:childTnLst>
              </p:cTn>
            </p:par>
            <p:par>
              <p:cTn id="6" presetClass="emph" autoRev="1" fill="hold" nodeType="withEffect">
                <p:childTnLst>
                  <p:anim>
                    <p:cBhvr>
                      <p:cTn id="7" dur="800"/>
                      <p:tgtEl>
                        <p:spTgt spid="3"/>
                      </p:tgtEl>
                      <p:attrNameLst>
                        <p:attrName>style.opacity</p:attrName>
                      </p:attrNameLst>
                    </p:cBhvr>
                    <p:tavLst>
                      <p:tav tm="0">
                        <p:val>
                          <p:fltVal val="100000"/>
                        </p:val>
                      </p:tav>
                      <p:tav tm="100000">
                        <p:val>
                          <p:fltVal val="30000"/>
                        </p:val>
                      </p:tav>
                    </p:tavLst>
                  </p:anim>
                </p:childTnLst>
              </p:cTn>
            </p:par>
            <p:par>
              <p:cTn id="8" presetClass="emph" fill="hold" nodeType="withEffect">
                <p:childTnLst>
                  <p:animRot by="2700000">
                    <p:cBhvr>
                      <p:cTn id="9" dur="600"/>
                      <p:tgtEl>
                        <p:spTgt spid="4"/>
                      </p:tgtEl>
                    </p:cBhvr>
                  </p:animRot>
                </p:childTnLst>
              </p:cTn>
            </p:par>
            <p:par>
              <p:cTn id="10" presetID="22" presetClass="entr" fill="hold" nodeType="withEffect">
                <p:childTnLst>
                  <p:animEffect transition="in" filter="wipe(right)">
                    <p:cBhvr>
                      <p:cTn id="11" dur="600"/>
                      <p:tgtEl>
                        <p:spTgt spid="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与停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与停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无限重复与停止</a:t>
            </a:r>
          </a:p>
        </p:txBody>
      </p:sp>
      <p:sp>
        <p:nvSpPr>
          <p:cNvPr id="4" name="trigger-无限重复与停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500">
    <p:cut/>
  </p:transition>
  <p:timing>
    <p:tnLst>
      <p:par>
        <p:cTn id="1" dur="indefinite" restart="never" nodeType="tmRoot">
          <p:childTnLst>
            <p:par>
              <p:cTn id="2" presetClass="emph" repeatCount="indefinite" autoRev="1" fill="hold" nodeType="withEffect">
                <p:childTnLst>
                  <p:animScale>
                    <p:cBhvr>
                      <p:cTn id="3" dur="300"/>
                      <p:tgtEl>
                        <p:spTgt spid="2"/>
                      </p:tgtEl>
                    </p:cBhvr>
                    <p:by x="130000" y="130000"/>
                  </p:animScale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之后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无限重复之后</a:t>
            </a:r>
          </a:p>
        </p:txBody>
      </p:sp>
      <p:sp>
        <p:nvSpPr>
          <p:cNvPr id="4" name="trigger-无限重复之后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隐藏页之后">
            <a:hlinkClick r:id="rId2" action="ppaction://hlinksldjump"/>
          </p:cNvPr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隐藏页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隐藏页之后</a:t>
            </a:r>
          </a:p>
        </p:txBody>
      </p:sp>
      <p:sp>
        <p:nvSpPr>
          <p:cNvPr id="4" name="trigger-隐藏页之后">
            <a:hlinkClick r:id="rId3"/>
          </p:cNvPr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同属性冲突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同属性冲突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同属性冲突</a:t>
            </a:r>
          </a:p>
        </p:txBody>
      </p:sp>
      <p:sp>
        <p:nvSpPr>
          <p:cNvPr id="4" name="trigger-同属性冲突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ID="10" presetClass="entr" fill="hold" nodeType="withEffect">
                <p:childTnLst>
                  <p:animEffect transition="in" filter="fade">
                    <p:cBhvr>
                      <p:cTn id="3" dur="500"/>
                      <p:tgtEl>
                        <p:spTgt spid="2"/>
                      </p:tgtEl>
                    </p:cBhvr>
                  </p:animEffect>
                </p:childTnLst>
              </p:cTn>
            </p:par>
            <p:par>
              <p:cTn id="4" presetID="10" presetClass="exit" fill="hold" nodeType="withEffect">
                <p:childTnLst>
                  <p:animEffect transition="out" filter="fade">
                    <p:cBhvr>
                      <p:cTn id="5" dur="500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文字逐段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文字逐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第一段</a:t>
            </a:r>
          </a:p>
          <a:p>
            <a:r>
              <a:t>第二段</a:t>
            </a:r>
          </a:p>
          <a:p>
            <a:r>
              <a:t>第三段</a:t>
            </a:r>
          </a:p>
        </p:txBody>
      </p:sp>
      <p:sp>
        <p:nvSpPr>
          <p:cNvPr id="4" name="trigger-文字逐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nodeType="clickEffect">
                <p:childTnLst>
                  <p:par>
                    <p:cTn id="3" presetID="10" presetClass="entr" fill="hold" nodeType="withEffect">
                      <p:childTnLst>
                        <p:animEffect transition="in" filter="fade">
                          <p:cBhvr>
                            <p:cTn id="4" dur="300"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" nodeType="clickEffect">
                <p:childTnLst>
                  <p:par>
                    <p:cTn id="6" presetID="10" presetClass="entr" fill="hold" nodeType="withEffect">
                      <p:childTnLst>
                        <p:animEffect transition="in" filter="fade">
                          <p:cBhvr>
                            <p:cTn id="7" dur="300"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" nodeType="clickEffect">
                <p:childTnLst>
                  <p:par>
                    <p:cTn id="9" presetID="10" presetClass="entr" fill="hold" nodeType="withEffect">
                      <p:childTnLst>
                        <p:animEffect transition="in" filter="fade">
                          <p:cBhvr>
                            <p:cTn id="10" dur="300"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Macintosh PowerPoint</Application>
  <PresentationFormat>全屏显示(16:9)</PresentationFormat>
  <Paragraphs>14</Paragraphs>
  <Slides>12</Slides>
  <Notes>0</Notes>
  <HiddenSlides>1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 eric</cp:lastModifiedBy>
  <cp:revision>1</cp:revision>
  <dcterms:created xsi:type="dcterms:W3CDTF">2013-01-27T09:14:16Z</dcterms:created>
  <dcterms:modified xsi:type="dcterms:W3CDTF">2026-07-11T13:26:46Z</dcterms:modified>
  <cp:category/>
</cp:coreProperties>
</file>